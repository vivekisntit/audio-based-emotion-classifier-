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2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05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18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92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2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2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34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754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5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65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10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5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730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85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601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642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9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086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Audio Emotion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096064"/>
            <a:ext cx="7765322" cy="4512000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Project Overview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Audio Emotion Classification aims to identify human emotions from speech signals.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It is used across various industries to make machines more "empathetic" and responsive.</a:t>
            </a:r>
          </a:p>
          <a:p>
            <a:pPr marL="0" indent="0">
              <a:buNone/>
            </a:pPr>
            <a:r>
              <a:rPr dirty="0"/>
              <a:t>• Combines signal processing + machine learning/deep learning.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Audio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use certain audio features to characteristics to evaluate sound signals, such as….</a:t>
            </a:r>
          </a:p>
          <a:p>
            <a:r>
              <a:rPr lang="en-US" dirty="0"/>
              <a:t>Pitch</a:t>
            </a:r>
          </a:p>
          <a:p>
            <a:r>
              <a:rPr lang="en-US" dirty="0"/>
              <a:t>Loudness</a:t>
            </a:r>
          </a:p>
          <a:p>
            <a:r>
              <a:rPr lang="en-US" dirty="0"/>
              <a:t>Overtones</a:t>
            </a:r>
          </a:p>
          <a:p>
            <a:r>
              <a:rPr lang="en-US" dirty="0"/>
              <a:t>Timbre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Spectrogram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 visual representation of how frequency content changes over time.</a:t>
            </a:r>
          </a:p>
          <a:p>
            <a:pPr marL="0" indent="0">
              <a:buNone/>
            </a:pPr>
            <a:r>
              <a:rPr dirty="0"/>
              <a:t>• X-axis: Time</a:t>
            </a:r>
          </a:p>
          <a:p>
            <a:pPr marL="0" indent="0">
              <a:buNone/>
            </a:pPr>
            <a:r>
              <a:rPr dirty="0"/>
              <a:t>• Y-axis: Frequency</a:t>
            </a:r>
          </a:p>
          <a:p>
            <a:pPr marL="0" indent="0">
              <a:buNone/>
            </a:pPr>
            <a:r>
              <a:rPr dirty="0"/>
              <a:t>• Color intensity: Energy/Magnitude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Computed using Short-Time Fourier Transform (STFT).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Hop Length &amp; Windowing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Window Length:</a:t>
            </a:r>
          </a:p>
          <a:p>
            <a:pPr marL="0" indent="0">
              <a:buNone/>
            </a:pPr>
            <a:r>
              <a:rPr dirty="0"/>
              <a:t>• Size of each audio chunk analyzed at a time.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Hop Length:</a:t>
            </a:r>
          </a:p>
          <a:p>
            <a:pPr marL="0" indent="0">
              <a:buNone/>
            </a:pPr>
            <a:r>
              <a:rPr dirty="0"/>
              <a:t>• Number of samples the window moves forward.</a:t>
            </a:r>
          </a:p>
          <a:p>
            <a:pPr marL="0" indent="0">
              <a:buNone/>
            </a:pPr>
            <a:r>
              <a:rPr dirty="0"/>
              <a:t>• Smaller hop length → better time resolution.</a:t>
            </a:r>
          </a:p>
          <a:p>
            <a:pPr marL="0" indent="0">
              <a:buNone/>
            </a:pPr>
            <a:r>
              <a:rPr dirty="0"/>
              <a:t>• Larger hop length → faster computation.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Mel Spectrogram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 spectrogram mapped to the Mel scale.</a:t>
            </a:r>
          </a:p>
          <a:p>
            <a:pPr marL="0" indent="0">
              <a:buNone/>
            </a:pPr>
            <a:r>
              <a:rPr dirty="0"/>
              <a:t>• Mel scale approximates human hearing.</a:t>
            </a:r>
          </a:p>
          <a:p>
            <a:pPr marL="0" indent="0">
              <a:buNone/>
            </a:pPr>
            <a:r>
              <a:rPr dirty="0"/>
              <a:t>• Lower frequencies get more resolution.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Commonly used as input to deep learning models.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13</TotalTime>
  <Words>187</Words>
  <Application>Microsoft Office PowerPoint</Application>
  <PresentationFormat>On-screen Show (4:3)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Bookman Old Style</vt:lpstr>
      <vt:lpstr>Rockwell</vt:lpstr>
      <vt:lpstr>Damask</vt:lpstr>
      <vt:lpstr>Audio Emotion Classification</vt:lpstr>
      <vt:lpstr>Digital Audio Basics</vt:lpstr>
      <vt:lpstr>Spectrogram</vt:lpstr>
      <vt:lpstr>Hop Length &amp; Windowing</vt:lpstr>
      <vt:lpstr>Mel Spectrogram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Vivek X</cp:lastModifiedBy>
  <cp:revision>2</cp:revision>
  <dcterms:created xsi:type="dcterms:W3CDTF">2013-01-27T09:14:16Z</dcterms:created>
  <dcterms:modified xsi:type="dcterms:W3CDTF">2026-01-23T05:28:04Z</dcterms:modified>
  <cp:category/>
</cp:coreProperties>
</file>